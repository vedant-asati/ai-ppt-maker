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are diving into the world of AI-powered presentation tools. We will explore how to stop fighting with formatting and start focusing on your message. Let's see how these tools change the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back to the last time you built a deck. How much time did you spend aligning boxes instead of writing your script? AI shifts that balance back to your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tools don't just make things look pretty. They act as a creative assistant, handling the heavy lifting of design so you can focus on the narrative arc of your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is surprisingly simple. You provide the intent, and the AI handles the structure. It is like having a designer sitting right next to you, ready to execute your vision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shift. When we stop worrying about the pixels, we start worrying about the impact. That is where true communication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Whether you are a student or a CEO, the bottleneck is always the same: time. These tools are being used right now to solve that exact problem across every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you are choosing your tool, look for these four features. They are the baseline for a modern experience that actually saves you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 is a tool, not a replacement for your voice. Use it to build the foundation, then bring your own unique insights to the final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getting three-quarters of your time back. What would you do with those extra hours? That is the scale of the productivity shift we are talking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feel like you need to automate everything at once. Start with one slide, then one section. Build your confidence as you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just scratching the surface. Soon, your presentations will be living documents that update themselves based on the data they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best way to learn is to do. Pick a topic, open an AI tool, and see how it changes your workflow. Thank you for your time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828800"/>
            <a:ext cx="8503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1A202C"/>
                </a:solidFill>
                <a:latin typeface="Calibri"/>
              </a:rPr>
              <a:t>Mastering AI-Powered Presentation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1">
                <a:solidFill>
                  <a:srgbClr val="1A202C"/>
                </a:solidFill>
                <a:latin typeface="Calibri"/>
              </a:rPr>
              <a:t>Transform your workflow from manual labor to creative excellence.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The Old Way vs. The AI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Traditional Workflow: Manual template formatting, Hours spent aligning icons, Complex data visualization, Static, non-responsive design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AI-Assisted Workflow: Automated layout generation, Instant asset sourcing, Dynamic data storytelling, Responsive, adaptive themes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THE CORE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Three Pillars of AI Presentation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Simplified Content Creation: Draft outlines in seconds.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Enhanced Design Quality: Professional aesthetics automatically applied.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Improved Productivity: Reduce creation time by over 60%.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From Prompt to Presentation in Four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Define: Input your core topic and target audience.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Style: Select a visual theme or brand style.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Generate: Review AI-generated slide structure.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Polish: Refine content and export for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731520"/>
            <a:ext cx="9418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0" i="1">
                <a:solidFill>
                  <a:srgbClr val="1A202C"/>
                </a:solidFill>
                <a:latin typeface="Calibri"/>
              </a:rPr>
              <a:t>"AI allows us to focus on the story, while the machine handles the canvas."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029200"/>
            <a:ext cx="7589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1">
                <a:solidFill>
                  <a:srgbClr val="1A202C"/>
                </a:solidFill>
                <a:latin typeface="Calibri"/>
              </a:rPr>
              <a:t>— — Modern Presentation Expert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Real-World Use Cases for AI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Sales teams creating rapid-response pitch decks.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Students building complex academic summaries.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Professionals turning long reports into visual briefs.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Startups iterating on investor pitch narratives.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TOOL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Key Features to Look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Natural Language Processing for slide generation.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Automatic brand color and font matching.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Smart image suggestions based on slide context.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Real-time collaboration and cloud syncing.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303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Enhancing Your Visual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303520" cy="3474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💡 AI handles the structure, but you provide the soul. Always review generated text for tone and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457200"/>
            <a:ext cx="8503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THE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1A202C"/>
                </a:solidFill>
                <a:latin typeface="Calibri"/>
              </a:rPr>
              <a:t>Efficiency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200" b="1" i="0">
                <a:solidFill>
                  <a:srgbClr val="2B6CB0"/>
                </a:solidFill>
                <a:latin typeface="Calibri"/>
              </a:rPr>
              <a:t>75%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1A202C"/>
                </a:solidFill>
                <a:latin typeface="Calibri"/>
              </a:rPr>
              <a:t>Time Saved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Overcoming Common Adoption Barriers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Start small with simple presentation outlines.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Use built-in templates to learn the UI.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Customize AI suggestions to maintain brand voice.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Experiment with different prompt styles.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The Future of Presentation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Hyper-personalization for specific audiences.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Real-time data integration from live APIs.</a:t>
            </a:r>
          </a:p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• Interactive slides that respond to audience feedback.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B6CB0"/>
                </a:solidFill>
                <a:latin typeface="Calibri"/>
              </a:rPr>
              <a:t>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A202C"/>
                </a:solidFill>
                <a:latin typeface="Calibri"/>
              </a:rPr>
              <a:t>Start Creating Your Next Presentation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202C"/>
                </a:solidFill>
                <a:latin typeface="Calibri"/>
              </a:rPr>
              <a:t>💡 Choose one AI tool this week and build a 5-slide deck. Experience the efficiency yourself.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